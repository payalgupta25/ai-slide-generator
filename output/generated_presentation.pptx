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Payal_intern_certificate.pdf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Payal_intern_certificate.pdf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**Slide 1: Title Slide**</a:t>
            </a:r>
          </a:p>
          <a:p>
            <a:r>
              <a:t>*   **Title:** Certificate of Completion</a:t>
            </a:r>
          </a:p>
          <a:p>
            <a:r>
              <a:t>**Slide 2: Overview**</a:t>
            </a:r>
          </a:p>
          <a:p>
            <a:r>
              <a:t>*   **Title:** Training Acknowledgment</a:t>
            </a:r>
          </a:p>
          <a:p>
            <a:r>
              <a:t>*   **Bullet Points:**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Payal_intern_certificate.pdf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   This certifies the successful completion of a training program.</a:t>
            </a:r>
          </a:p>
          <a:p>
            <a:r>
              <a:t>*   Recipient: Payal Gupta</a:t>
            </a:r>
          </a:p>
          <a:p>
            <a:r>
              <a:t>**Slide 3: Program Details**</a:t>
            </a:r>
          </a:p>
          <a:p>
            <a:r>
              <a:t>*   **Title:** Frontend Development Training</a:t>
            </a:r>
          </a:p>
          <a:p>
            <a:r>
              <a:t>*   **Bullet Points:**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Payal_intern_certificate.pdf (part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   Program: 3-Month Frontend Development Training</a:t>
            </a:r>
          </a:p>
          <a:p>
            <a:r>
              <a:t>*   Institution: Voxket.ai</a:t>
            </a:r>
          </a:p>
          <a:p>
            <a:r>
              <a:t>*   Duration: October 2025 to December 2025</a:t>
            </a:r>
          </a:p>
          <a:p>
            <a:r>
              <a:t>**Slide 4: Skills and Experience**</a:t>
            </a:r>
          </a:p>
          <a:p>
            <a:r>
              <a:t>*   **Title:** Acquired Expertise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Payal_intern_certificate.pdf (part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   **Bullet Points:**</a:t>
            </a:r>
          </a:p>
          <a:p>
            <a:r>
              <a:t>*   Gained hands-on experience in building responsive user interfaces.</a:t>
            </a:r>
          </a:p>
          <a:p>
            <a:r>
              <a:t>*   Proficient in working with modern web development tools.</a:t>
            </a:r>
          </a:p>
          <a:p>
            <a:r>
              <a:t>*   Demonstrated strong interest and dedication in frontend technologies.</a:t>
            </a:r>
          </a:p>
          <a:p>
            <a:r>
              <a:t>**Slide 5: Personal Attributes and Contributions**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Payal_intern_certificate.pdf (part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   **Title:** Key Qualities and Impact</a:t>
            </a:r>
          </a:p>
          <a:p>
            <a:r>
              <a:t>*   **Bullet Points:**</a:t>
            </a:r>
          </a:p>
          <a:p>
            <a:r>
              <a:t>*   Exhibited a positive attitude.</a:t>
            </a:r>
          </a:p>
          <a:p>
            <a:r>
              <a:t>*   Showed good problem-solving ability.</a:t>
            </a:r>
          </a:p>
          <a:p>
            <a:r>
              <a:t>*   Demonstrated a willingness to learn new concepts.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Payal_intern_certificate.pdf (part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   Made valuable contributions and commitment to the team.</a:t>
            </a:r>
          </a:p>
          <a:p>
            <a:r>
              <a:t>**Slide 6: Conclusion**</a:t>
            </a:r>
          </a:p>
          <a:p>
            <a:r>
              <a:t>*   **Title:** Future Endeavors</a:t>
            </a:r>
          </a:p>
          <a:p>
            <a:r>
              <a:t>*   **Bullet Points:**</a:t>
            </a:r>
          </a:p>
          <a:p>
            <a:r>
              <a:t>*   Wishing great success in all future professional endeavors.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Payal_intern_certificate.pdf (part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**Slide 7: Issuing Authority**</a:t>
            </a:r>
          </a:p>
          <a:p>
            <a:r>
              <a:t>*   **Title:** Certification Details</a:t>
            </a:r>
          </a:p>
          <a:p>
            <a:r>
              <a:t>*   **Bullet Points:**</a:t>
            </a:r>
          </a:p>
          <a:p>
            <a:r>
              <a:t>*   Issued by: Director, Voxket.ai</a:t>
            </a:r>
          </a:p>
          <a:p>
            <a:r>
              <a:t>*   Date of Issuance: January 10,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